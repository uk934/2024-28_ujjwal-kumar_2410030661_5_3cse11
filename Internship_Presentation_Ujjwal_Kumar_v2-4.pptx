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Siemens Data Science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Master Internship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8-Week AICTE – EduSkills Virtual Internship, Supported by Siemens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5257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Ujjwal Kumar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B.Tech CSE  |  IILM University, Greater Noida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Duration: June 2026 – August 2026</a:t>
            </a:r>
            <a:endParaRPr lang="en-US" sz="1500" dirty="0"/>
          </a:p>
        </p:txBody>
      </p:sp>
      <p:pic>
        <p:nvPicPr>
          <p:cNvPr id="5" name="IILM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920" y="320040"/>
            <a:ext cx="820000" cy="820000"/>
          </a:xfrm>
          <a:prstGeom prst="rect">
            <a:avLst/>
          </a:prstGeom>
        </p:spPr>
      </p:pic>
      <p:sp>
        <p:nvSpPr>
          <p:cNvPr id="6" name="Academic Details"/>
          <p:cNvSpPr txBox="1"/>
          <p:nvPr/>
        </p:nvSpPr>
        <p:spPr>
          <a:xfrm>
            <a:off x="8100000" y="5157800"/>
            <a:ext cx="3411920" cy="14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Semester: 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Organisation: Eduskills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Program: B.Tech CSE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3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Enrollment No.: 2410030661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About the Internship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 8-week AICTE–EduSkills Virtual Internship in the Siemens Data Science Master domain. The program combines structured, week-wise learning with practical exposure — weekly assessments, project documentation, and a Final Assessment Test — leading to a Virtual Internship Certificate on successful completion.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064240" cy="0"/>
          </a:xfrm>
          <a:prstGeom prst="line">
            <a:avLst/>
          </a:prstGeom>
          <a:noFill/>
          <a:ln w="12700">
            <a:solidFill>
              <a:srgbClr val="D8E0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Evaluation Structure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Week-wise structured learning plan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Weekly assessments to track progress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Project documentation and assignments for select modules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Final Assessment Test in the last week</a:t>
            </a:r>
            <a:endParaRPr lang="en-US" sz="135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–"/>
            </a:pPr>
            <a:r>
              <a:rPr lang="en-US" sz="1350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Final grade based on assessments, submissions, and the final test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Ujjwal Kumar  |  Siemens Data Science Master Internship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Platform &amp; Skill Tracks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611880" cy="1417320"/>
          </a:xfrm>
          <a:prstGeom prst="rect">
            <a:avLst/>
          </a:prstGeom>
          <a:solidFill>
            <a:srgbClr val="F6F8F8"/>
          </a:solidFill>
          <a:ln w="12700">
            <a:solidFill>
              <a:srgbClr val="D8E0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Applications &amp; Use Cases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5856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Identifying business problems suited to AI &amp; ML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611880" cy="1417320"/>
          </a:xfrm>
          <a:prstGeom prst="rect">
            <a:avLst/>
          </a:prstGeom>
          <a:solidFill>
            <a:srgbClr val="F6F8F8"/>
          </a:solidFill>
          <a:ln w="12700">
            <a:solidFill>
              <a:srgbClr val="D8E0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Engineering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25856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Accessing, loading, transforming, and calculating 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38160" y="1600200"/>
            <a:ext cx="3611880" cy="1417320"/>
          </a:xfrm>
          <a:prstGeom prst="rect">
            <a:avLst/>
          </a:prstGeom>
          <a:solidFill>
            <a:srgbClr val="F6F8F8"/>
          </a:solidFill>
          <a:ln w="12700">
            <a:solidFill>
              <a:srgbClr val="D8E0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25856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Foundational and advanced ML model building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611880" cy="1417320"/>
          </a:xfrm>
          <a:prstGeom prst="rect">
            <a:avLst/>
          </a:prstGeom>
          <a:solidFill>
            <a:srgbClr val="F6F8F8"/>
          </a:solidFill>
          <a:ln w="12700">
            <a:solidFill>
              <a:srgbClr val="D8E0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 Preparation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9044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Advanced data handling and automation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3246120"/>
            <a:ext cx="3611880" cy="1417320"/>
          </a:xfrm>
          <a:prstGeom prst="rect">
            <a:avLst/>
          </a:prstGeom>
          <a:solidFill>
            <a:srgbClr val="F6F8F8"/>
          </a:solidFill>
          <a:ln w="12700">
            <a:solidFill>
              <a:srgbClr val="D8E0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Model Deployment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9044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Deploying and monitoring ML models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3246120"/>
            <a:ext cx="3611880" cy="1417320"/>
          </a:xfrm>
          <a:prstGeom prst="rect">
            <a:avLst/>
          </a:prstGeom>
          <a:solidFill>
            <a:srgbClr val="F6F8F8"/>
          </a:solidFill>
          <a:ln w="12700">
            <a:solidFill>
              <a:srgbClr val="D8E0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Platform Administration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90448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Configuring and managing RapidMiner AI Hub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Delivered through RapidMiner AI Hub, the enterprise data science platform used across the Professional and Master tracks.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Ujjwal Kumar  |  Siemens Data Science Master Internship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Learning Path – Professional to Master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2331720"/>
            <a:ext cx="1481328" cy="1051560"/>
          </a:xfrm>
          <a:prstGeom prst="rect">
            <a:avLst/>
          </a:prstGeom>
          <a:solidFill>
            <a:srgbClr val="5C1A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Identify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 Cases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029968" y="2331720"/>
            <a:ext cx="115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5792" y="2331720"/>
            <a:ext cx="1481328" cy="1051560"/>
          </a:xfrm>
          <a:prstGeom prst="rect">
            <a:avLst/>
          </a:prstGeom>
          <a:solidFill>
            <a:srgbClr val="8C4A6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5792" y="23317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627120" y="2331720"/>
            <a:ext cx="115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42944" y="2331720"/>
            <a:ext cx="1481328" cy="1051560"/>
          </a:xfrm>
          <a:prstGeom prst="rect">
            <a:avLst/>
          </a:prstGeom>
          <a:solidFill>
            <a:srgbClr val="5C1A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2944" y="23317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ML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(Professional)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224272" y="2331720"/>
            <a:ext cx="115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0096" y="2331720"/>
            <a:ext cx="1481328" cy="1051560"/>
          </a:xfrm>
          <a:prstGeom prst="rect">
            <a:avLst/>
          </a:prstGeom>
          <a:solidFill>
            <a:srgbClr val="8C4A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40096" y="23317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Prep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(Master)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821424" y="2331720"/>
            <a:ext cx="115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37248" y="2331720"/>
            <a:ext cx="1481328" cy="1051560"/>
          </a:xfrm>
          <a:prstGeom prst="rect">
            <a:avLst/>
          </a:prstGeom>
          <a:solidFill>
            <a:srgbClr val="5C1A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37248" y="23317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ML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(Master)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18576" y="2331720"/>
            <a:ext cx="115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34400" y="2331720"/>
            <a:ext cx="1481328" cy="1051560"/>
          </a:xfrm>
          <a:prstGeom prst="rect">
            <a:avLst/>
          </a:prstGeom>
          <a:solidFill>
            <a:srgbClr val="8C4A6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34400" y="23317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&amp;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Monitor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015728" y="2331720"/>
            <a:ext cx="115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31552" y="2331720"/>
            <a:ext cx="1481328" cy="1051560"/>
          </a:xfrm>
          <a:prstGeom prst="rect">
            <a:avLst/>
          </a:prstGeom>
          <a:solidFill>
            <a:srgbClr val="5C1A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31552" y="2331720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Platform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862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program progresses from identifying business problems suited to AI/ML, through data engineering and foundational machine learning, into master-level data preparation, advanced ML, model deployment and monitoring, and finally enterprise-level platform administration on RapidMiner AI Hub.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Ujjwal Kumar  |  Siemens Data Science Master Internship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C1A3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Week-Wise Internship Structure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960120" cy="384048"/>
          </a:xfrm>
          <a:prstGeom prst="rect">
            <a:avLst/>
          </a:prstGeom>
          <a:solidFill>
            <a:srgbClr val="5C1A33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1280160"/>
            <a:ext cx="3246120" cy="384048"/>
          </a:xfrm>
          <a:prstGeom prst="rect">
            <a:avLst/>
          </a:prstGeom>
          <a:solidFill>
            <a:srgbClr val="5C1A33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280160"/>
            <a:ext cx="6858000" cy="384048"/>
          </a:xfrm>
          <a:prstGeom prst="rect">
            <a:avLst/>
          </a:prstGeom>
          <a:solidFill>
            <a:srgbClr val="5C1A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128016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28016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Description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96012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1664208"/>
            <a:ext cx="324612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64208"/>
            <a:ext cx="685800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664208"/>
            <a:ext cx="960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1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 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18488" y="1664208"/>
            <a:ext cx="3063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Applications &amp; Use Cases Professional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1664208"/>
            <a:ext cx="6675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 to identify business problems suitable for AI and machine learning.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153412"/>
            <a:ext cx="96012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08760" y="2153412"/>
            <a:ext cx="324612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153412"/>
            <a:ext cx="685800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153412"/>
            <a:ext cx="960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1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 2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618488" y="2153412"/>
            <a:ext cx="3063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Engineering Professional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2153412"/>
            <a:ext cx="6675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 to access, load, transform, and calculate data.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642616"/>
            <a:ext cx="96012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760" y="2642616"/>
            <a:ext cx="324612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642616"/>
            <a:ext cx="685800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642616"/>
            <a:ext cx="960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1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 3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18488" y="2642616"/>
            <a:ext cx="3063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Machine Learning Professional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864608" y="2642616"/>
            <a:ext cx="6675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 foundational machine learning skills.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131820"/>
            <a:ext cx="96012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8760" y="3131820"/>
            <a:ext cx="324612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131820"/>
            <a:ext cx="685800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131820"/>
            <a:ext cx="960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1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 4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618488" y="3131820"/>
            <a:ext cx="3063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Preparation Master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864608" y="3131820"/>
            <a:ext cx="6675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advanced data handling and automation.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621024"/>
            <a:ext cx="96012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08760" y="3621024"/>
            <a:ext cx="324612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621024"/>
            <a:ext cx="685800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3621024"/>
            <a:ext cx="960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1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 5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618488" y="3621024"/>
            <a:ext cx="3063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Machine Learning Master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864608" y="3621024"/>
            <a:ext cx="6675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 advanced machine learning techniques.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110228"/>
            <a:ext cx="96012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08760" y="4110228"/>
            <a:ext cx="324612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110228"/>
            <a:ext cx="685800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4110228"/>
            <a:ext cx="960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1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 6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618488" y="4110228"/>
            <a:ext cx="3063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Applications &amp; Use Cases Master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864608" y="4110228"/>
            <a:ext cx="6675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and monitor ML models.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599432"/>
            <a:ext cx="96012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08760" y="4599432"/>
            <a:ext cx="324612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0" y="4599432"/>
            <a:ext cx="6858000" cy="489204"/>
          </a:xfrm>
          <a:prstGeom prst="rect">
            <a:avLst/>
          </a:prstGeom>
          <a:solidFill>
            <a:srgbClr val="F6F8F8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4599432"/>
            <a:ext cx="960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1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 7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618488" y="4599432"/>
            <a:ext cx="3063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Platform Administration Master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864608" y="4599432"/>
            <a:ext cx="6675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Configure and manage RapidMiner AI Hub.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5088636"/>
            <a:ext cx="96012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08760" y="5088636"/>
            <a:ext cx="324612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5088636"/>
            <a:ext cx="685800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5088636"/>
            <a:ext cx="960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1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Week 8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1618488" y="5088636"/>
            <a:ext cx="3063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2A2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Platform Administration Master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4864608" y="5088636"/>
            <a:ext cx="66751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Enterprise-level platform operations.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solidFill>
            <a:srgbClr val="6B8F71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Final Credential Validation / Internship Grade Point Assessment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Ujjwal Kumar  |  Siemens Data Science Master Internship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7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Outcomes &amp; Conclusion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DCEA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Ability to identify business problems suited to AI and machine learning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DCEA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Practical skills in data engineering — accessing, loading, transforming data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DCEA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Foundational and advanced machine learning model-building skills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DCEA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Advanced data preparation and automation techniques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DCEA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Experience deploying and monitoring ML models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DCEA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Working knowledge of enterprise platform administration on RapidMiner AI Hub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–"/>
            </a:pPr>
            <a:r>
              <a:rPr lang="en-US" sz="1300" dirty="0">
                <a:solidFill>
                  <a:srgbClr val="DCEA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Virtual Internship Certificate on successful completion (no stipend associated)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8C4A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FE3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This internship provided structured, hands-on exposure to the Siemens Data Science Master curriculum — from identifying AI use cases to enterprise platform administration.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36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Ujjwal Kumar  |  B.Tech CSE  |  IILM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2026-08-30T06:24:36Z</dcterms:created>
  <dcterms:modified xsi:type="dcterms:W3CDTF">2026-08-30T06:24:36Z</dcterms:modified>
</cp:coreProperties>
</file>